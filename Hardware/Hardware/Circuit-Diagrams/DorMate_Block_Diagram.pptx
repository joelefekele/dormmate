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DormMate System Block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731520"/>
            <a:ext cx="13716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IR Remote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463040"/>
            <a:ext cx="13716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IR Receiver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194560"/>
            <a:ext cx="164592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Arduino Uno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00400"/>
            <a:ext cx="13716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LCD Display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3200400"/>
            <a:ext cx="13716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Piezo Buzzer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3200400"/>
            <a:ext cx="13716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LDR Sensor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06240"/>
            <a:ext cx="13716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Menu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5212080"/>
            <a:ext cx="13716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Clock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5212080"/>
            <a:ext cx="13716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Alarm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5212080"/>
            <a:ext cx="13716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Reminders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5212080"/>
            <a:ext cx="164592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Class Scheduler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6035040"/>
            <a:ext cx="14630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Weekday Tracking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86200" y="118872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886200" y="192024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600200" y="2651760"/>
            <a:ext cx="224028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703320" y="2651760"/>
            <a:ext cx="13716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40480" y="2651760"/>
            <a:ext cx="205740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600200" y="3657600"/>
            <a:ext cx="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22960" y="4663440"/>
            <a:ext cx="77724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00200" y="4663440"/>
            <a:ext cx="59436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00200" y="4663440"/>
            <a:ext cx="196596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00200" y="4663440"/>
            <a:ext cx="379476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94960" y="566928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